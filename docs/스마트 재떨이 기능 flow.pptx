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5171A-F1CE-417E-B3F9-6C6678311CF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17151-9E62-4B21-BE18-C57B5577F3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79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LED</a:t>
            </a:r>
            <a:r>
              <a:rPr lang="ko-KR" altLang="en-US" dirty="0"/>
              <a:t>의 기능 </a:t>
            </a:r>
            <a:r>
              <a:rPr lang="en-US" altLang="ko-KR" dirty="0"/>
              <a:t>flow, </a:t>
            </a:r>
            <a:r>
              <a:rPr lang="ko-KR" altLang="en-US" dirty="0"/>
              <a:t>표준 시간을 </a:t>
            </a:r>
            <a:r>
              <a:rPr lang="en-US" altLang="ko-KR" dirty="0"/>
              <a:t>time </a:t>
            </a:r>
            <a:r>
              <a:rPr lang="ko-KR" altLang="en-US" dirty="0"/>
              <a:t>변수로 잡아서 타이머의 기준점으로 설정</a:t>
            </a:r>
            <a:r>
              <a:rPr lang="en-US" altLang="ko-KR" dirty="0"/>
              <a:t>. </a:t>
            </a:r>
            <a:r>
              <a:rPr lang="ko-KR" altLang="en-US" dirty="0"/>
              <a:t>서버와의 통신이 가능해지면</a:t>
            </a:r>
            <a:r>
              <a:rPr lang="en-US" altLang="ko-KR" dirty="0"/>
              <a:t>, </a:t>
            </a:r>
            <a:r>
              <a:rPr lang="ko-KR" altLang="en-US" dirty="0" err="1"/>
              <a:t>소프트웨어적인</a:t>
            </a:r>
            <a:r>
              <a:rPr lang="ko-KR" altLang="en-US" dirty="0"/>
              <a:t> 동기 오차 수정도 가능</a:t>
            </a:r>
            <a:br>
              <a:rPr lang="en-US" altLang="ko-KR" dirty="0"/>
            </a:br>
            <a:r>
              <a:rPr lang="ko-KR" altLang="en-US" dirty="0"/>
              <a:t>추가 가능한 로직 </a:t>
            </a:r>
            <a:r>
              <a:rPr lang="en-US" altLang="ko-KR" dirty="0"/>
              <a:t>: </a:t>
            </a:r>
            <a:r>
              <a:rPr lang="ko-KR" altLang="en-US" dirty="0"/>
              <a:t>일몰</a:t>
            </a:r>
            <a:r>
              <a:rPr lang="en-US" altLang="ko-KR" dirty="0"/>
              <a:t>/</a:t>
            </a:r>
            <a:r>
              <a:rPr lang="ko-KR" altLang="en-US" dirty="0"/>
              <a:t>일출 </a:t>
            </a:r>
            <a:r>
              <a:rPr lang="en-US" altLang="ko-KR" dirty="0"/>
              <a:t>1</a:t>
            </a:r>
            <a:r>
              <a:rPr lang="ko-KR" altLang="en-US" dirty="0"/>
              <a:t>시간 전에는 </a:t>
            </a:r>
            <a:r>
              <a:rPr lang="en-US" altLang="ko-KR" dirty="0"/>
              <a:t>LED</a:t>
            </a:r>
            <a:r>
              <a:rPr lang="ko-KR" altLang="en-US" dirty="0"/>
              <a:t>의 밝기를 줄이는 로직을 삽입하면</a:t>
            </a:r>
            <a:r>
              <a:rPr lang="en-US" altLang="ko-KR" dirty="0"/>
              <a:t>, </a:t>
            </a:r>
            <a:r>
              <a:rPr lang="ko-KR" altLang="en-US" dirty="0"/>
              <a:t>자연광의 세기에 따른 </a:t>
            </a:r>
            <a:r>
              <a:rPr lang="en-US" altLang="ko-KR" dirty="0"/>
              <a:t>LED</a:t>
            </a:r>
            <a:r>
              <a:rPr lang="ko-KR" altLang="en-US" dirty="0"/>
              <a:t>의 밝기 조절 가능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17151-9E62-4B21-BE18-C57B5577F3A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084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실시간으로 갱신하는 것이 크게 중요하지 않으므로</a:t>
            </a:r>
            <a:r>
              <a:rPr lang="en-US" altLang="ko-KR" dirty="0"/>
              <a:t>, </a:t>
            </a:r>
            <a:r>
              <a:rPr lang="ko-KR" altLang="en-US" dirty="0"/>
              <a:t>갱신 작업의 우선 순위를 낮춰서 진행</a:t>
            </a:r>
            <a:r>
              <a:rPr lang="en-US" altLang="ko-KR" dirty="0"/>
              <a:t>. </a:t>
            </a:r>
            <a:r>
              <a:rPr lang="ko-KR" altLang="en-US" dirty="0"/>
              <a:t>손세정제 분배 </a:t>
            </a:r>
            <a:r>
              <a:rPr lang="en-US" altLang="ko-KR" dirty="0"/>
              <a:t>&gt; </a:t>
            </a:r>
            <a:r>
              <a:rPr lang="ko-KR" altLang="en-US" dirty="0"/>
              <a:t>로그 저장 </a:t>
            </a:r>
            <a:r>
              <a:rPr lang="en-US" altLang="ko-KR" dirty="0"/>
              <a:t>&gt; LED</a:t>
            </a:r>
            <a:r>
              <a:rPr lang="ko-KR" altLang="en-US" dirty="0"/>
              <a:t> </a:t>
            </a:r>
            <a:r>
              <a:rPr lang="en-US" altLang="ko-KR" dirty="0"/>
              <a:t>&gt;</a:t>
            </a:r>
            <a:r>
              <a:rPr lang="ko-KR" altLang="en-US" dirty="0"/>
              <a:t> 디스플레이 순으로 작업의 우선 순위를 설정하는 것이 좋다고 생각됨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17151-9E62-4B21-BE18-C57B5577F3A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248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로그 전용 타이머 변수 설정</a:t>
            </a:r>
            <a:r>
              <a:rPr lang="en-US" altLang="ko-KR" dirty="0"/>
              <a:t>, mills() </a:t>
            </a:r>
            <a:r>
              <a:rPr lang="ko-KR" altLang="en-US" dirty="0"/>
              <a:t>기반 저장으로 구현</a:t>
            </a:r>
            <a:r>
              <a:rPr lang="en-US" altLang="ko-KR" dirty="0"/>
              <a:t>. </a:t>
            </a:r>
            <a:r>
              <a:rPr lang="ko-KR" altLang="en-US" dirty="0"/>
              <a:t>로그는 </a:t>
            </a:r>
            <a:r>
              <a:rPr lang="en-US" altLang="ko-KR" dirty="0"/>
              <a:t>LED</a:t>
            </a:r>
            <a:r>
              <a:rPr lang="ko-KR" altLang="en-US" dirty="0"/>
              <a:t>와 다르게 실제 시간과 연동하기에는 기술적으로 힘들 수 있으므로</a:t>
            </a:r>
            <a:r>
              <a:rPr lang="en-US" altLang="ko-KR" dirty="0"/>
              <a:t>, </a:t>
            </a:r>
            <a:r>
              <a:rPr lang="ko-KR" altLang="en-US" dirty="0"/>
              <a:t>단순하게 소요 시간을 기록하는 방식으로 하는 것이 좋다고 생각됨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추가적인 기능 </a:t>
            </a:r>
            <a:r>
              <a:rPr lang="en-US" altLang="ko-KR" dirty="0"/>
              <a:t>: </a:t>
            </a:r>
            <a:r>
              <a:rPr lang="ko-KR" altLang="en-US" dirty="0"/>
              <a:t>통신을 사용할 수 있다면</a:t>
            </a:r>
            <a:r>
              <a:rPr lang="en-US" altLang="ko-KR" dirty="0"/>
              <a:t>, </a:t>
            </a:r>
            <a:r>
              <a:rPr lang="ko-KR" altLang="en-US" dirty="0"/>
              <a:t>마지막에 로그를 전송하고 지금까지 저장된 로그를 </a:t>
            </a:r>
            <a:r>
              <a:rPr lang="en-US" altLang="ko-KR" dirty="0"/>
              <a:t>CLR</a:t>
            </a:r>
            <a:r>
              <a:rPr lang="ko-KR" altLang="en-US" dirty="0"/>
              <a:t>하는 기능도 추가해볼 수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17151-9E62-4B21-BE18-C57B5577F3A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934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17151-9E62-4B21-BE18-C57B5577F3A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804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3148E-48ED-49EB-772C-C132DD2F7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9CF92C-2F1A-A64E-5B67-CD9C18726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9BCF0-2C36-4B4C-9E75-D14D217EE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94BD7A-C1A6-3159-218B-FA244F807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2B0A50-E566-CE41-1F77-5C082C35E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80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DCF96C-7050-D07B-38EE-11F02B5B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7D95A-9DF3-72B3-12CA-777D02A2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7A73BB-B4D5-3407-801A-59ED0B9A2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46A36B-D5E3-E2E8-34CE-C2D00594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4CCD9-C011-344F-8C92-8E0DE0D3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55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B0CE3-0C7C-41BB-AC4B-117A963A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7B2910-0937-EF37-F14D-00DF7041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83B3DA-1E74-BB5C-1961-031F7AB6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7C2AEE-4807-DC6C-059D-82562F60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72619B-7F4F-30E4-A531-2A1853E0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29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241AB-1165-7AE5-CDDD-846ED0D7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7EFDCF-42C6-4B8A-976C-F846EA11C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F9FE3C-6F0D-5234-09C5-9415EC5EB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DC35DF-A898-2EC4-30E7-B683603B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9D0D9D-D02E-528C-E2A1-FCE5F243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6BDA89-FAE6-B975-148D-152CCC2C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15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1E5FC-478D-3F89-7183-0957373E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581E35-2EF9-221C-D769-95827A215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7FE9C4-25DC-F5A0-4F8F-AE91C8126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6D4496-E9FD-A76F-ED57-BB094E6EC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20C9BD-AF2C-F26B-45F9-9B4345F6F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CC74B3-0530-3FAE-FFC2-05931BBF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A8E0D2-60B9-F25E-30E2-AEB613A9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A8A55F-B5D4-4D15-B087-7F4FB2F1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61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89A56-8F2D-BA7B-4A34-4C2FE42B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BB840C-B23B-CDC0-24C4-95FA33587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64C680-B0EB-04C2-A6DA-C62E45BD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932E49-286F-A052-D696-44D0AE27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29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39CACD-0161-3D62-34A1-AB334F00C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376A0B-7ECF-5E53-107F-5D899300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42C574-9830-24F4-ED68-C6411B2C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7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2C65A-D1D1-8FD7-11ED-F03639311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3826E-0606-6E3F-CF4B-284554020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822FA1-8A4F-E757-C64F-79536232E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0C7EA3-8931-9F53-2EE2-538867BB4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C51592-8F9D-28B8-E9EE-00036073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F85A0D-F374-F6AF-48DB-DA2EE5E5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1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F9B2B-B5D3-ACD5-C3EB-266BA79D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D122D6-3773-5B01-78E6-96F40DEED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EDAABC-0700-E708-8B26-A09966EE7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D28C83-C318-4502-CE53-00DEE454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27955C-883D-7D13-B731-B0BB3FACB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4A1865-09AC-BED7-6AE7-4951B1DB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742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5C587-AFA3-6EE3-912C-4B8A8433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8C5568-BADC-D11A-7583-A238FBB94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636B9E-284E-63E5-8F98-89198906E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6477F-F86A-3EB3-6B2B-054E0D47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7AD511-D1B4-5890-C970-4A5FB055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92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477F9A-315C-A832-3D3A-5BB30BF09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56FB22-91FA-CF37-4E62-2F78B5A11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E9F3A-2355-FB0A-3173-E3340B467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9C518F-88D2-AD49-A78C-76E29F3C5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8D7E4F-A2CE-3A8B-2D17-B023481E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20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76C79B-65EC-0B4F-6378-E37EC756A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0CD413-E779-061B-893A-77F5DB61F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BB37B1-FB28-83AD-4B71-B987B61E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2F4C4-F621-49BD-9BDF-623EF9309A4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049192-66DE-966E-1D9D-AF2622857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6261FC-241C-4569-2C29-B4892990A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334A2-0CCF-411B-9BA6-01D68DF17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7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25BEA43-6F8F-2C4E-4E6C-EF1965DF262A}"/>
              </a:ext>
            </a:extLst>
          </p:cNvPr>
          <p:cNvSpPr/>
          <p:nvPr/>
        </p:nvSpPr>
        <p:spPr>
          <a:xfrm>
            <a:off x="4278744" y="757381"/>
            <a:ext cx="2669309" cy="110836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Power 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다이아몬드 2">
            <a:extLst>
              <a:ext uri="{FF2B5EF4-FFF2-40B4-BE49-F238E27FC236}">
                <a16:creationId xmlns:a16="http://schemas.microsoft.com/office/drawing/2014/main" id="{1D69E159-1EAA-19CE-5DA0-D82A53C5B95A}"/>
              </a:ext>
            </a:extLst>
          </p:cNvPr>
          <p:cNvSpPr/>
          <p:nvPr/>
        </p:nvSpPr>
        <p:spPr>
          <a:xfrm>
            <a:off x="4278745" y="2930236"/>
            <a:ext cx="2669308" cy="1108363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현재 시간이 </a:t>
            </a:r>
            <a:r>
              <a:rPr lang="en-US" altLang="ko-KR" sz="1400" dirty="0">
                <a:solidFill>
                  <a:schemeClr val="tx1"/>
                </a:solidFill>
              </a:rPr>
              <a:t>18</a:t>
            </a:r>
            <a:r>
              <a:rPr lang="ko-KR" altLang="en-US" sz="1400" dirty="0">
                <a:solidFill>
                  <a:schemeClr val="tx1"/>
                </a:solidFill>
              </a:rPr>
              <a:t>시</a:t>
            </a:r>
            <a:r>
              <a:rPr lang="en-US" altLang="ko-KR" sz="1400" dirty="0">
                <a:solidFill>
                  <a:schemeClr val="tx1"/>
                </a:solidFill>
              </a:rPr>
              <a:t>~06</a:t>
            </a:r>
            <a:r>
              <a:rPr lang="ko-KR" altLang="en-US" sz="1400" dirty="0">
                <a:solidFill>
                  <a:schemeClr val="tx1"/>
                </a:solidFill>
              </a:rPr>
              <a:t>시 사이인가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FE1DDCF-4913-9116-B93D-85A307FA28EB}"/>
              </a:ext>
            </a:extLst>
          </p:cNvPr>
          <p:cNvSpPr/>
          <p:nvPr/>
        </p:nvSpPr>
        <p:spPr>
          <a:xfrm>
            <a:off x="2105890" y="4992257"/>
            <a:ext cx="2669309" cy="110836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LED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F1232F0-6BB3-A633-6E38-54C3C770F740}"/>
              </a:ext>
            </a:extLst>
          </p:cNvPr>
          <p:cNvSpPr/>
          <p:nvPr/>
        </p:nvSpPr>
        <p:spPr>
          <a:xfrm>
            <a:off x="6580908" y="4992257"/>
            <a:ext cx="2669309" cy="110836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LED off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6E7A0BF-B1F2-9989-4220-34E8A13C7E88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5613399" y="1865744"/>
            <a:ext cx="0" cy="1064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B01EE6D4-6BBD-E30E-A6FB-B503F638FA46}"/>
              </a:ext>
            </a:extLst>
          </p:cNvPr>
          <p:cNvCxnSpPr>
            <a:stCxn id="3" idx="1"/>
            <a:endCxn id="4" idx="0"/>
          </p:cNvCxnSpPr>
          <p:nvPr/>
        </p:nvCxnSpPr>
        <p:spPr>
          <a:xfrm rot="10800000" flipV="1">
            <a:off x="3440545" y="3484417"/>
            <a:ext cx="838200" cy="15078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541A24CA-4B46-00FB-9B57-FF8B6E4AD82E}"/>
              </a:ext>
            </a:extLst>
          </p:cNvPr>
          <p:cNvCxnSpPr>
            <a:stCxn id="3" idx="3"/>
            <a:endCxn id="5" idx="0"/>
          </p:cNvCxnSpPr>
          <p:nvPr/>
        </p:nvCxnSpPr>
        <p:spPr>
          <a:xfrm>
            <a:off x="6948053" y="3484418"/>
            <a:ext cx="967510" cy="15078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5164886-DE30-B716-C843-FC6B29ADB786}"/>
              </a:ext>
            </a:extLst>
          </p:cNvPr>
          <p:cNvSpPr txBox="1"/>
          <p:nvPr/>
        </p:nvSpPr>
        <p:spPr>
          <a:xfrm>
            <a:off x="3595254" y="3059668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C69654-D0E1-BF62-57AB-8F923A9EDEA0}"/>
              </a:ext>
            </a:extLst>
          </p:cNvPr>
          <p:cNvSpPr txBox="1"/>
          <p:nvPr/>
        </p:nvSpPr>
        <p:spPr>
          <a:xfrm>
            <a:off x="6948053" y="3059668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7BC557-1DED-CB2D-AFE6-72C288E32429}"/>
              </a:ext>
            </a:extLst>
          </p:cNvPr>
          <p:cNvSpPr txBox="1"/>
          <p:nvPr/>
        </p:nvSpPr>
        <p:spPr>
          <a:xfrm>
            <a:off x="0" y="0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9194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7E2FF9-2623-F461-EC1A-8D793EA632DD}"/>
              </a:ext>
            </a:extLst>
          </p:cNvPr>
          <p:cNvSpPr txBox="1"/>
          <p:nvPr/>
        </p:nvSpPr>
        <p:spPr>
          <a:xfrm>
            <a:off x="0" y="0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디스플레이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FF83AEB-9DC3-2D3C-45D0-2D95503A6F27}"/>
              </a:ext>
            </a:extLst>
          </p:cNvPr>
          <p:cNvSpPr/>
          <p:nvPr/>
        </p:nvSpPr>
        <p:spPr>
          <a:xfrm>
            <a:off x="1117600" y="369332"/>
            <a:ext cx="2235200" cy="8197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Power 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1F65A84A-5144-6D53-EFA8-1FE56BC76D90}"/>
              </a:ext>
            </a:extLst>
          </p:cNvPr>
          <p:cNvSpPr/>
          <p:nvPr/>
        </p:nvSpPr>
        <p:spPr>
          <a:xfrm>
            <a:off x="1117600" y="3177186"/>
            <a:ext cx="2235199" cy="819727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이전 로그가 있는가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FB67C1-39D2-E792-94E5-C0E234F1DF37}"/>
              </a:ext>
            </a:extLst>
          </p:cNvPr>
          <p:cNvSpPr/>
          <p:nvPr/>
        </p:nvSpPr>
        <p:spPr>
          <a:xfrm>
            <a:off x="1117600" y="1773259"/>
            <a:ext cx="2235200" cy="8197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디스플레이 </a:t>
            </a:r>
            <a:r>
              <a:rPr lang="en-US" altLang="ko-KR" dirty="0">
                <a:solidFill>
                  <a:schemeClr val="tx1"/>
                </a:solidFill>
              </a:rPr>
              <a:t>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AB8F19A9-4C06-74F7-9271-261DA6E510D6}"/>
              </a:ext>
            </a:extLst>
          </p:cNvPr>
          <p:cNvSpPr/>
          <p:nvPr/>
        </p:nvSpPr>
        <p:spPr>
          <a:xfrm>
            <a:off x="4470400" y="1773258"/>
            <a:ext cx="2235199" cy="819727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10</a:t>
            </a:r>
            <a:r>
              <a:rPr lang="ko-KR" altLang="en-US" sz="1400" dirty="0">
                <a:solidFill>
                  <a:schemeClr val="tx1"/>
                </a:solidFill>
              </a:rPr>
              <a:t>분이 지났는가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2D8A59-A948-9968-04B0-5D8FABD0F4F6}"/>
              </a:ext>
            </a:extLst>
          </p:cNvPr>
          <p:cNvSpPr/>
          <p:nvPr/>
        </p:nvSpPr>
        <p:spPr>
          <a:xfrm>
            <a:off x="4470399" y="3177186"/>
            <a:ext cx="2235200" cy="8197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배터리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수거함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 err="1">
                <a:solidFill>
                  <a:schemeClr val="tx1"/>
                </a:solidFill>
              </a:rPr>
              <a:t>잔여량</a:t>
            </a:r>
            <a:r>
              <a:rPr lang="ko-KR" altLang="en-US" dirty="0">
                <a:solidFill>
                  <a:schemeClr val="tx1"/>
                </a:solidFill>
              </a:rPr>
              <a:t> 갱신</a:t>
            </a:r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904622EE-309B-37AC-43B6-7F48321F4EF7}"/>
              </a:ext>
            </a:extLst>
          </p:cNvPr>
          <p:cNvSpPr/>
          <p:nvPr/>
        </p:nvSpPr>
        <p:spPr>
          <a:xfrm>
            <a:off x="4470397" y="4581112"/>
            <a:ext cx="2235199" cy="819727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Power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off</a:t>
            </a:r>
            <a:r>
              <a:rPr lang="ko-KR" altLang="en-US" sz="1400" dirty="0">
                <a:solidFill>
                  <a:schemeClr val="tx1"/>
                </a:solidFill>
              </a:rPr>
              <a:t>인가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78480-DBA2-8F8C-CC4E-4F9B1820D4FD}"/>
              </a:ext>
            </a:extLst>
          </p:cNvPr>
          <p:cNvSpPr txBox="1"/>
          <p:nvPr/>
        </p:nvSpPr>
        <p:spPr>
          <a:xfrm>
            <a:off x="5587991" y="5343357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AD444F-D70E-6D71-BA96-B4504F9CE8EE}"/>
              </a:ext>
            </a:extLst>
          </p:cNvPr>
          <p:cNvSpPr txBox="1"/>
          <p:nvPr/>
        </p:nvSpPr>
        <p:spPr>
          <a:xfrm>
            <a:off x="6911108" y="4621643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BD09FFA-C045-410C-439D-45E4C9201059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2235200" y="1189059"/>
            <a:ext cx="0" cy="584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704635B-DAD7-C000-DEEE-825D5CEF9267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2235200" y="2592986"/>
            <a:ext cx="0" cy="584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D236504-6CD1-CF85-623D-EC4EACF307D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235200" y="3996913"/>
            <a:ext cx="0" cy="559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0BFA5DC-ECFC-3CBF-858C-B82133DEABD1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587999" y="1189059"/>
            <a:ext cx="1" cy="584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2F57C79-7536-D113-7548-B867F5E8681B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 flipH="1">
            <a:off x="5587999" y="2592985"/>
            <a:ext cx="1" cy="584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CD73364-D946-CF53-25C3-08E803D5C0B5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587997" y="3996913"/>
            <a:ext cx="2" cy="584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369FE63-194B-3188-7EF4-B8DC2030DF6F}"/>
              </a:ext>
            </a:extLst>
          </p:cNvPr>
          <p:cNvSpPr/>
          <p:nvPr/>
        </p:nvSpPr>
        <p:spPr>
          <a:xfrm>
            <a:off x="4470397" y="369332"/>
            <a:ext cx="2235200" cy="8197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이전 정보로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디스플레이 갱신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702B127-89D0-0B59-6D71-F9B02CD11D68}"/>
              </a:ext>
            </a:extLst>
          </p:cNvPr>
          <p:cNvSpPr/>
          <p:nvPr/>
        </p:nvSpPr>
        <p:spPr>
          <a:xfrm>
            <a:off x="1117597" y="4581112"/>
            <a:ext cx="2235200" cy="8197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데이터 초기치로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디스플레이 갱신</a:t>
            </a: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3ACC44DF-88CA-CEF8-7B87-DA07AC7879DD}"/>
              </a:ext>
            </a:extLst>
          </p:cNvPr>
          <p:cNvCxnSpPr>
            <a:stCxn id="4" idx="3"/>
            <a:endCxn id="83" idx="1"/>
          </p:cNvCxnSpPr>
          <p:nvPr/>
        </p:nvCxnSpPr>
        <p:spPr>
          <a:xfrm flipV="1">
            <a:off x="3352799" y="779196"/>
            <a:ext cx="1117598" cy="280785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E5023E32-DF44-B689-EDAE-C35F67F2710E}"/>
              </a:ext>
            </a:extLst>
          </p:cNvPr>
          <p:cNvCxnSpPr>
            <a:stCxn id="11" idx="3"/>
            <a:endCxn id="83" idx="3"/>
          </p:cNvCxnSpPr>
          <p:nvPr/>
        </p:nvCxnSpPr>
        <p:spPr>
          <a:xfrm flipH="1" flipV="1">
            <a:off x="6705597" y="779196"/>
            <a:ext cx="2" cy="1403926"/>
          </a:xfrm>
          <a:prstGeom prst="bentConnector3">
            <a:avLst>
              <a:gd name="adj1" fmla="val -114300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72F91FD9-0A76-7D23-DBE0-EFF5ECFB8C57}"/>
              </a:ext>
            </a:extLst>
          </p:cNvPr>
          <p:cNvCxnSpPr>
            <a:stCxn id="84" idx="3"/>
            <a:endCxn id="11" idx="1"/>
          </p:cNvCxnSpPr>
          <p:nvPr/>
        </p:nvCxnSpPr>
        <p:spPr>
          <a:xfrm flipV="1">
            <a:off x="3352797" y="2183122"/>
            <a:ext cx="1117603" cy="2807854"/>
          </a:xfrm>
          <a:prstGeom prst="bentConnector3">
            <a:avLst>
              <a:gd name="adj1" fmla="val 764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25A3C9A3-E4E8-41F6-C09A-D82DB784212C}"/>
              </a:ext>
            </a:extLst>
          </p:cNvPr>
          <p:cNvCxnSpPr>
            <a:stCxn id="14" idx="3"/>
            <a:endCxn id="83" idx="3"/>
          </p:cNvCxnSpPr>
          <p:nvPr/>
        </p:nvCxnSpPr>
        <p:spPr>
          <a:xfrm flipV="1">
            <a:off x="6705596" y="779196"/>
            <a:ext cx="1" cy="4211780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9C5AD012-93AB-ABDD-9F30-2DE3B540D2BF}"/>
              </a:ext>
            </a:extLst>
          </p:cNvPr>
          <p:cNvCxnSpPr>
            <a:cxnSpLocks/>
            <a:stCxn id="14" idx="2"/>
            <a:endCxn id="104" idx="0"/>
          </p:cNvCxnSpPr>
          <p:nvPr/>
        </p:nvCxnSpPr>
        <p:spPr>
          <a:xfrm flipH="1">
            <a:off x="5587992" y="5400839"/>
            <a:ext cx="5" cy="419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5E1F2F5-ACE9-88B0-A990-023CEAF72B7E}"/>
              </a:ext>
            </a:extLst>
          </p:cNvPr>
          <p:cNvSpPr txBox="1"/>
          <p:nvPr/>
        </p:nvSpPr>
        <p:spPr>
          <a:xfrm>
            <a:off x="6463144" y="1773258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5CFADE5-0CC4-A311-A05C-65DE67DB7C3A}"/>
              </a:ext>
            </a:extLst>
          </p:cNvPr>
          <p:cNvSpPr txBox="1"/>
          <p:nvPr/>
        </p:nvSpPr>
        <p:spPr>
          <a:xfrm>
            <a:off x="5559134" y="2536018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2FE7E1E-1113-9E88-2A16-B6D326F9BE37}"/>
              </a:ext>
            </a:extLst>
          </p:cNvPr>
          <p:cNvSpPr txBox="1"/>
          <p:nvPr/>
        </p:nvSpPr>
        <p:spPr>
          <a:xfrm>
            <a:off x="3213674" y="3217717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59ED7AD-C008-B0B4-4073-8537195ECA11}"/>
              </a:ext>
            </a:extLst>
          </p:cNvPr>
          <p:cNvSpPr txBox="1"/>
          <p:nvPr/>
        </p:nvSpPr>
        <p:spPr>
          <a:xfrm>
            <a:off x="2237505" y="3919680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56E6EFFB-76BA-2414-3FFD-76C81E32E3C3}"/>
              </a:ext>
            </a:extLst>
          </p:cNvPr>
          <p:cNvSpPr/>
          <p:nvPr/>
        </p:nvSpPr>
        <p:spPr>
          <a:xfrm>
            <a:off x="4470392" y="5820639"/>
            <a:ext cx="2235200" cy="8197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현재 데이터를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로그로 저장</a:t>
            </a:r>
          </a:p>
        </p:txBody>
      </p:sp>
    </p:spTree>
    <p:extLst>
      <p:ext uri="{BB962C8B-B14F-4D97-AF65-F5344CB8AC3E}">
        <p14:creationId xmlns:p14="http://schemas.microsoft.com/office/powerpoint/2010/main" val="86832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B92B3B-F888-A9C7-E33D-CAD4D6255014}"/>
              </a:ext>
            </a:extLst>
          </p:cNvPr>
          <p:cNvSpPr txBox="1"/>
          <p:nvPr/>
        </p:nvSpPr>
        <p:spPr>
          <a:xfrm>
            <a:off x="0" y="0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로그 저장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326CCEB-2828-379E-3537-75E454C74EC5}"/>
              </a:ext>
            </a:extLst>
          </p:cNvPr>
          <p:cNvSpPr/>
          <p:nvPr/>
        </p:nvSpPr>
        <p:spPr>
          <a:xfrm>
            <a:off x="1117600" y="369332"/>
            <a:ext cx="2235200" cy="8197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Power 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BCEF543C-24C2-B408-4E64-652668985768}"/>
              </a:ext>
            </a:extLst>
          </p:cNvPr>
          <p:cNvSpPr/>
          <p:nvPr/>
        </p:nvSpPr>
        <p:spPr>
          <a:xfrm>
            <a:off x="1117601" y="1773258"/>
            <a:ext cx="2235199" cy="819727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이전 로그가 있는가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DEBADE-070E-9257-3F3D-B0376F898845}"/>
              </a:ext>
            </a:extLst>
          </p:cNvPr>
          <p:cNvSpPr/>
          <p:nvPr/>
        </p:nvSpPr>
        <p:spPr>
          <a:xfrm>
            <a:off x="1117600" y="3177184"/>
            <a:ext cx="2235200" cy="8197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이전 로그의 마지막 시점에서 이어서 기록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AB4A33-5556-3BDF-2925-BDD56FFE5FEE}"/>
              </a:ext>
            </a:extLst>
          </p:cNvPr>
          <p:cNvSpPr/>
          <p:nvPr/>
        </p:nvSpPr>
        <p:spPr>
          <a:xfrm>
            <a:off x="3860800" y="3177183"/>
            <a:ext cx="2235200" cy="8197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Time</a:t>
            </a:r>
            <a:r>
              <a:rPr lang="ko-KR" altLang="en-US" dirty="0">
                <a:solidFill>
                  <a:schemeClr val="tx1"/>
                </a:solidFill>
              </a:rPr>
              <a:t>을 초기화하고 </a:t>
            </a:r>
            <a:r>
              <a:rPr lang="en-US" altLang="ko-KR" dirty="0">
                <a:solidFill>
                  <a:schemeClr val="tx1"/>
                </a:solidFill>
              </a:rPr>
              <a:t>0</a:t>
            </a:r>
            <a:r>
              <a:rPr lang="ko-KR" altLang="en-US" dirty="0">
                <a:solidFill>
                  <a:schemeClr val="tx1"/>
                </a:solidFill>
              </a:rPr>
              <a:t>초에서 부터 기록</a:t>
            </a: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6F34B108-CE98-3AA0-AF6C-355226E5190A}"/>
              </a:ext>
            </a:extLst>
          </p:cNvPr>
          <p:cNvSpPr/>
          <p:nvPr/>
        </p:nvSpPr>
        <p:spPr>
          <a:xfrm>
            <a:off x="1117601" y="4581110"/>
            <a:ext cx="2235199" cy="819727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수거함이 </a:t>
            </a:r>
            <a:r>
              <a:rPr lang="en-US" altLang="ko-KR" sz="1400" dirty="0">
                <a:solidFill>
                  <a:schemeClr val="tx1"/>
                </a:solidFill>
              </a:rPr>
              <a:t>10%p </a:t>
            </a:r>
            <a:r>
              <a:rPr lang="ko-KR" altLang="en-US" sz="1400" dirty="0">
                <a:solidFill>
                  <a:schemeClr val="tx1"/>
                </a:solidFill>
              </a:rPr>
              <a:t>변동되었는가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D3FCF3-EC01-A581-7E6A-50F1BCCAF715}"/>
              </a:ext>
            </a:extLst>
          </p:cNvPr>
          <p:cNvSpPr/>
          <p:nvPr/>
        </p:nvSpPr>
        <p:spPr>
          <a:xfrm>
            <a:off x="3860800" y="4581109"/>
            <a:ext cx="2235200" cy="8197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변동된 시점의 </a:t>
            </a:r>
            <a:r>
              <a:rPr lang="en-US" altLang="ko-KR" dirty="0">
                <a:solidFill>
                  <a:schemeClr val="tx1"/>
                </a:solidFill>
              </a:rPr>
              <a:t>time </a:t>
            </a:r>
            <a:r>
              <a:rPr lang="ko-KR" altLang="en-US" dirty="0">
                <a:solidFill>
                  <a:schemeClr val="tx1"/>
                </a:solidFill>
              </a:rPr>
              <a:t>기록</a:t>
            </a:r>
          </a:p>
        </p:txBody>
      </p:sp>
      <p:sp>
        <p:nvSpPr>
          <p:cNvPr id="15" name="다이아몬드 14">
            <a:extLst>
              <a:ext uri="{FF2B5EF4-FFF2-40B4-BE49-F238E27FC236}">
                <a16:creationId xmlns:a16="http://schemas.microsoft.com/office/drawing/2014/main" id="{2E8025AB-DC8D-0E5A-332A-F0BDFEEF3CD1}"/>
              </a:ext>
            </a:extLst>
          </p:cNvPr>
          <p:cNvSpPr/>
          <p:nvPr/>
        </p:nvSpPr>
        <p:spPr>
          <a:xfrm>
            <a:off x="6604004" y="1773257"/>
            <a:ext cx="2235199" cy="819727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수거함이 비워졌는가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다이아몬드 16">
            <a:extLst>
              <a:ext uri="{FF2B5EF4-FFF2-40B4-BE49-F238E27FC236}">
                <a16:creationId xmlns:a16="http://schemas.microsoft.com/office/drawing/2014/main" id="{665E1947-C758-786F-5B45-3BF43DCADC1A}"/>
              </a:ext>
            </a:extLst>
          </p:cNvPr>
          <p:cNvSpPr/>
          <p:nvPr/>
        </p:nvSpPr>
        <p:spPr>
          <a:xfrm>
            <a:off x="3860801" y="5985035"/>
            <a:ext cx="2235199" cy="819727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수거함이 가득한가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377734-1439-1969-4BDD-D39B52AAB8B1}"/>
              </a:ext>
            </a:extLst>
          </p:cNvPr>
          <p:cNvSpPr/>
          <p:nvPr/>
        </p:nvSpPr>
        <p:spPr>
          <a:xfrm>
            <a:off x="6604002" y="366382"/>
            <a:ext cx="2235200" cy="8197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가득 찬 시점의 </a:t>
            </a:r>
            <a:r>
              <a:rPr lang="en-US" altLang="ko-KR" sz="1600" dirty="0">
                <a:solidFill>
                  <a:schemeClr val="tx1"/>
                </a:solidFill>
              </a:rPr>
              <a:t>time</a:t>
            </a:r>
            <a:r>
              <a:rPr lang="ko-KR" altLang="en-US" sz="1600" dirty="0">
                <a:solidFill>
                  <a:schemeClr val="tx1"/>
                </a:solidFill>
              </a:rPr>
              <a:t>을 기록하고 기록 중지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66E119F-DB1E-9892-A809-C68DDDBAC5C1}"/>
              </a:ext>
            </a:extLst>
          </p:cNvPr>
          <p:cNvSpPr/>
          <p:nvPr/>
        </p:nvSpPr>
        <p:spPr>
          <a:xfrm>
            <a:off x="6604002" y="3177183"/>
            <a:ext cx="2235200" cy="8197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로직 재시작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6428D62-4039-1092-C18C-C5ECAF545296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235200" y="1189059"/>
            <a:ext cx="1" cy="584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459D8D3-7260-C5D6-D4D2-124ED262165A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2235200" y="2592985"/>
            <a:ext cx="1" cy="584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F3035BA7-E878-D7FC-3761-0F374380C575}"/>
              </a:ext>
            </a:extLst>
          </p:cNvPr>
          <p:cNvCxnSpPr>
            <a:stCxn id="7" idx="3"/>
            <a:endCxn id="12" idx="0"/>
          </p:cNvCxnSpPr>
          <p:nvPr/>
        </p:nvCxnSpPr>
        <p:spPr>
          <a:xfrm>
            <a:off x="3352800" y="2183122"/>
            <a:ext cx="1625600" cy="99406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93F00410-D0CE-C3B5-94DA-10BE3AFF85CD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3314701" y="2917411"/>
            <a:ext cx="584200" cy="27431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B62F2B9-9D0C-0CDE-9B0F-B9150C896C38}"/>
              </a:ext>
            </a:extLst>
          </p:cNvPr>
          <p:cNvCxnSpPr>
            <a:stCxn id="8" idx="2"/>
            <a:endCxn id="13" idx="0"/>
          </p:cNvCxnSpPr>
          <p:nvPr/>
        </p:nvCxnSpPr>
        <p:spPr>
          <a:xfrm>
            <a:off x="2235200" y="3996911"/>
            <a:ext cx="1" cy="584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B28F25B-506D-8782-56D6-B966D821E080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3352800" y="4990973"/>
            <a:ext cx="508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A4CDCB32-9E07-5B65-521F-F37466574A8C}"/>
              </a:ext>
            </a:extLst>
          </p:cNvPr>
          <p:cNvCxnSpPr>
            <a:stCxn id="13" idx="1"/>
            <a:endCxn id="8" idx="1"/>
          </p:cNvCxnSpPr>
          <p:nvPr/>
        </p:nvCxnSpPr>
        <p:spPr>
          <a:xfrm rot="10800000">
            <a:off x="1117601" y="3587048"/>
            <a:ext cx="1" cy="1403926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0C5CC47-E3E1-EAF2-C9B4-8B4A3571A36E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4978400" y="5400836"/>
            <a:ext cx="1" cy="584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C38D951-2175-A734-2DDA-9194D22BC601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6096000" y="776246"/>
            <a:ext cx="508002" cy="561865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2BEA5F2B-F477-9E5F-9308-718AD91845C5}"/>
              </a:ext>
            </a:extLst>
          </p:cNvPr>
          <p:cNvCxnSpPr>
            <a:stCxn id="17" idx="1"/>
            <a:endCxn id="8" idx="1"/>
          </p:cNvCxnSpPr>
          <p:nvPr/>
        </p:nvCxnSpPr>
        <p:spPr>
          <a:xfrm rot="10800000">
            <a:off x="1117601" y="3587049"/>
            <a:ext cx="2743201" cy="2807851"/>
          </a:xfrm>
          <a:prstGeom prst="bentConnector3">
            <a:avLst>
              <a:gd name="adj1" fmla="val 10833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07C60E7-C3F8-D352-D534-7CA071622982}"/>
              </a:ext>
            </a:extLst>
          </p:cNvPr>
          <p:cNvCxnSpPr>
            <a:stCxn id="19" idx="2"/>
            <a:endCxn id="15" idx="0"/>
          </p:cNvCxnSpPr>
          <p:nvPr/>
        </p:nvCxnSpPr>
        <p:spPr>
          <a:xfrm>
            <a:off x="7721602" y="1186109"/>
            <a:ext cx="2" cy="587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E7BB2CE-06AE-4166-45B3-B94030246B3C}"/>
              </a:ext>
            </a:extLst>
          </p:cNvPr>
          <p:cNvCxnSpPr>
            <a:stCxn id="15" idx="2"/>
            <a:endCxn id="20" idx="0"/>
          </p:cNvCxnSpPr>
          <p:nvPr/>
        </p:nvCxnSpPr>
        <p:spPr>
          <a:xfrm flipH="1">
            <a:off x="7721602" y="2592984"/>
            <a:ext cx="2" cy="584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427BC4ED-436C-7861-AE31-27C7F442EB54}"/>
              </a:ext>
            </a:extLst>
          </p:cNvPr>
          <p:cNvCxnSpPr>
            <a:stCxn id="15" idx="3"/>
            <a:endCxn id="19" idx="3"/>
          </p:cNvCxnSpPr>
          <p:nvPr/>
        </p:nvCxnSpPr>
        <p:spPr>
          <a:xfrm flipH="1" flipV="1">
            <a:off x="8839202" y="776246"/>
            <a:ext cx="1" cy="1406875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7BD390F-B7DA-ECB4-7160-28AF1C0D2931}"/>
              </a:ext>
            </a:extLst>
          </p:cNvPr>
          <p:cNvSpPr txBox="1"/>
          <p:nvPr/>
        </p:nvSpPr>
        <p:spPr>
          <a:xfrm>
            <a:off x="2235200" y="2495486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6EDEF7-2DBD-6017-7381-DC48DFB60F0A}"/>
              </a:ext>
            </a:extLst>
          </p:cNvPr>
          <p:cNvSpPr txBox="1"/>
          <p:nvPr/>
        </p:nvSpPr>
        <p:spPr>
          <a:xfrm>
            <a:off x="3228108" y="1842273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0A859C-66CA-9FF2-32CD-E493704A736D}"/>
              </a:ext>
            </a:extLst>
          </p:cNvPr>
          <p:cNvSpPr txBox="1"/>
          <p:nvPr/>
        </p:nvSpPr>
        <p:spPr>
          <a:xfrm>
            <a:off x="3177309" y="4621639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56EA7F-43CE-EDF4-9409-F6068BE926EA}"/>
              </a:ext>
            </a:extLst>
          </p:cNvPr>
          <p:cNvSpPr txBox="1"/>
          <p:nvPr/>
        </p:nvSpPr>
        <p:spPr>
          <a:xfrm>
            <a:off x="905164" y="4641907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1F1A8C-D55A-D619-8B4C-AFF98B5EA7DE}"/>
              </a:ext>
            </a:extLst>
          </p:cNvPr>
          <p:cNvSpPr txBox="1"/>
          <p:nvPr/>
        </p:nvSpPr>
        <p:spPr>
          <a:xfrm>
            <a:off x="5754255" y="6025566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41E2C3-BDE3-AD2E-A44F-941819D68FA5}"/>
              </a:ext>
            </a:extLst>
          </p:cNvPr>
          <p:cNvSpPr txBox="1"/>
          <p:nvPr/>
        </p:nvSpPr>
        <p:spPr>
          <a:xfrm>
            <a:off x="3569853" y="6025566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2FF46C-AC1C-9B84-0F74-62203A26DEB5}"/>
              </a:ext>
            </a:extLst>
          </p:cNvPr>
          <p:cNvSpPr txBox="1"/>
          <p:nvPr/>
        </p:nvSpPr>
        <p:spPr>
          <a:xfrm>
            <a:off x="7647710" y="2495486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36F57E-C8BB-1887-FEC0-ACFA4043AA26}"/>
              </a:ext>
            </a:extLst>
          </p:cNvPr>
          <p:cNvSpPr txBox="1"/>
          <p:nvPr/>
        </p:nvSpPr>
        <p:spPr>
          <a:xfrm>
            <a:off x="8580580" y="1812314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2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00A4DB-F450-0CC1-2489-E646FB94B829}"/>
              </a:ext>
            </a:extLst>
          </p:cNvPr>
          <p:cNvSpPr txBox="1"/>
          <p:nvPr/>
        </p:nvSpPr>
        <p:spPr>
          <a:xfrm>
            <a:off x="0" y="0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손세정제 분배기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D5B6654-D9B7-B706-41AB-0D00DDC9962A}"/>
              </a:ext>
            </a:extLst>
          </p:cNvPr>
          <p:cNvSpPr/>
          <p:nvPr/>
        </p:nvSpPr>
        <p:spPr>
          <a:xfrm>
            <a:off x="4562763" y="369332"/>
            <a:ext cx="2235200" cy="8197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Power 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8E4BE3DE-C845-B630-7397-9E0DE736CDF2}"/>
              </a:ext>
            </a:extLst>
          </p:cNvPr>
          <p:cNvSpPr/>
          <p:nvPr/>
        </p:nvSpPr>
        <p:spPr>
          <a:xfrm>
            <a:off x="4562761" y="4581116"/>
            <a:ext cx="2235199" cy="819727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n</a:t>
            </a:r>
            <a:r>
              <a:rPr lang="ko-KR" altLang="en-US" sz="1400" dirty="0">
                <a:solidFill>
                  <a:schemeClr val="tx1"/>
                </a:solidFill>
              </a:rPr>
              <a:t>초가 지났는가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3ABF902-AAFD-DCB4-4BAB-11410F02D5D8}"/>
              </a:ext>
            </a:extLst>
          </p:cNvPr>
          <p:cNvSpPr/>
          <p:nvPr/>
        </p:nvSpPr>
        <p:spPr>
          <a:xfrm>
            <a:off x="4562760" y="3177188"/>
            <a:ext cx="2235200" cy="8197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펌프 작동</a:t>
            </a:r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6D8C8EE6-D770-1115-C813-414D55EB6A09}"/>
              </a:ext>
            </a:extLst>
          </p:cNvPr>
          <p:cNvSpPr/>
          <p:nvPr/>
        </p:nvSpPr>
        <p:spPr>
          <a:xfrm>
            <a:off x="4562761" y="1773260"/>
            <a:ext cx="2235199" cy="819727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초음파 센서에 입력이 있는가</a:t>
            </a:r>
            <a:r>
              <a:rPr lang="en-US" altLang="ko-KR" sz="1200" dirty="0">
                <a:solidFill>
                  <a:schemeClr val="tx1"/>
                </a:solidFill>
              </a:rPr>
              <a:t>?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AC43D7F-0EDC-1A08-0551-2B6369D9F289}"/>
              </a:ext>
            </a:extLst>
          </p:cNvPr>
          <p:cNvSpPr/>
          <p:nvPr/>
        </p:nvSpPr>
        <p:spPr>
          <a:xfrm>
            <a:off x="4562760" y="5985044"/>
            <a:ext cx="2235200" cy="8197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펌프 중단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486581-4B5F-077A-C9A3-E142E03B0458}"/>
              </a:ext>
            </a:extLst>
          </p:cNvPr>
          <p:cNvSpPr/>
          <p:nvPr/>
        </p:nvSpPr>
        <p:spPr>
          <a:xfrm>
            <a:off x="7707742" y="3177188"/>
            <a:ext cx="2235200" cy="8197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펌프 중지 상태 유지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센서 입력 대기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B15B7C2-85F4-21DB-5E4A-ECA436CF10D8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flipH="1">
            <a:off x="5680361" y="1189059"/>
            <a:ext cx="2" cy="584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3C658C5-3E63-6811-D6B8-F0AB5D8F66DE}"/>
              </a:ext>
            </a:extLst>
          </p:cNvPr>
          <p:cNvCxnSpPr>
            <a:stCxn id="11" idx="2"/>
            <a:endCxn id="9" idx="0"/>
          </p:cNvCxnSpPr>
          <p:nvPr/>
        </p:nvCxnSpPr>
        <p:spPr>
          <a:xfrm flipH="1">
            <a:off x="5680360" y="2592987"/>
            <a:ext cx="1" cy="584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562C2DF0-3DDF-6AA5-B009-66091CCFE722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>
            <a:off x="6797960" y="2183124"/>
            <a:ext cx="2027382" cy="9940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9B1D945-E351-630E-EE3A-57A3B78BD01F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5680360" y="3996915"/>
            <a:ext cx="1" cy="584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611D71E-4AEB-A105-455D-50FB73ADCF34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flipH="1">
            <a:off x="5680360" y="5400843"/>
            <a:ext cx="1" cy="584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4EC20178-D375-A9D0-4153-9926E8627979}"/>
              </a:ext>
            </a:extLst>
          </p:cNvPr>
          <p:cNvCxnSpPr>
            <a:cxnSpLocks/>
            <a:stCxn id="8" idx="3"/>
            <a:endCxn id="9" idx="3"/>
          </p:cNvCxnSpPr>
          <p:nvPr/>
        </p:nvCxnSpPr>
        <p:spPr>
          <a:xfrm flipV="1">
            <a:off x="6797960" y="3587052"/>
            <a:ext cx="12700" cy="1403928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BCFC7B7-83BF-A3E6-9302-2A22697E0824}"/>
              </a:ext>
            </a:extLst>
          </p:cNvPr>
          <p:cNvSpPr txBox="1"/>
          <p:nvPr/>
        </p:nvSpPr>
        <p:spPr>
          <a:xfrm>
            <a:off x="5680360" y="5323611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B90471-FE9F-C69E-04F5-7E9C019CCC20}"/>
              </a:ext>
            </a:extLst>
          </p:cNvPr>
          <p:cNvSpPr txBox="1"/>
          <p:nvPr/>
        </p:nvSpPr>
        <p:spPr>
          <a:xfrm>
            <a:off x="6456214" y="4621647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2DE7AC-EF02-E7B9-620D-778F0E74B141}"/>
              </a:ext>
            </a:extLst>
          </p:cNvPr>
          <p:cNvSpPr txBox="1"/>
          <p:nvPr/>
        </p:nvSpPr>
        <p:spPr>
          <a:xfrm>
            <a:off x="5680360" y="2515755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1CDA3A-5CAF-3246-20AC-AD0FDD157D7C}"/>
              </a:ext>
            </a:extLst>
          </p:cNvPr>
          <p:cNvSpPr txBox="1"/>
          <p:nvPr/>
        </p:nvSpPr>
        <p:spPr>
          <a:xfrm>
            <a:off x="6468914" y="1813791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2934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와이드스크린</PresentationFormat>
  <Paragraphs>61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최철현</dc:creator>
  <cp:lastModifiedBy>최철현</cp:lastModifiedBy>
  <cp:revision>1</cp:revision>
  <dcterms:created xsi:type="dcterms:W3CDTF">2025-10-29T17:32:32Z</dcterms:created>
  <dcterms:modified xsi:type="dcterms:W3CDTF">2025-10-29T17:33:00Z</dcterms:modified>
</cp:coreProperties>
</file>